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FFCA75-F675-49E5-BF75-F2D2148C4C70}" v="1" dt="2021-10-20T16:48:1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0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32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y Lorenz" userId="bd9cdfa9-16c2-4dee-84f6-fc725ade58ab" providerId="ADAL" clId="{BCFFCA75-F675-49E5-BF75-F2D2148C4C70}"/>
    <pc:docChg chg="undo custSel addSld modSld">
      <pc:chgData name="Cory Lorenz" userId="bd9cdfa9-16c2-4dee-84f6-fc725ade58ab" providerId="ADAL" clId="{BCFFCA75-F675-49E5-BF75-F2D2148C4C70}" dt="2021-10-20T16:56:37.192" v="1146" actId="1076"/>
      <pc:docMkLst>
        <pc:docMk/>
      </pc:docMkLst>
      <pc:sldChg chg="addSp modSp new mod">
        <pc:chgData name="Cory Lorenz" userId="bd9cdfa9-16c2-4dee-84f6-fc725ade58ab" providerId="ADAL" clId="{BCFFCA75-F675-49E5-BF75-F2D2148C4C70}" dt="2021-10-20T16:40:42.373" v="469" actId="1076"/>
        <pc:sldMkLst>
          <pc:docMk/>
          <pc:sldMk cId="76175250" sldId="260"/>
        </pc:sldMkLst>
        <pc:spChg chg="mod">
          <ac:chgData name="Cory Lorenz" userId="bd9cdfa9-16c2-4dee-84f6-fc725ade58ab" providerId="ADAL" clId="{BCFFCA75-F675-49E5-BF75-F2D2148C4C70}" dt="2021-10-20T16:31:34.967" v="12" actId="20577"/>
          <ac:spMkLst>
            <pc:docMk/>
            <pc:sldMk cId="76175250" sldId="260"/>
            <ac:spMk id="2" creationId="{7B6539E2-CAB1-4891-90B7-77D76FD72C0E}"/>
          </ac:spMkLst>
        </pc:spChg>
        <pc:spChg chg="mod">
          <ac:chgData name="Cory Lorenz" userId="bd9cdfa9-16c2-4dee-84f6-fc725ade58ab" providerId="ADAL" clId="{BCFFCA75-F675-49E5-BF75-F2D2148C4C70}" dt="2021-10-20T16:40:37.688" v="468" actId="20577"/>
          <ac:spMkLst>
            <pc:docMk/>
            <pc:sldMk cId="76175250" sldId="260"/>
            <ac:spMk id="3" creationId="{CF1325DD-2302-4269-9E03-EADE08D09DD5}"/>
          </ac:spMkLst>
        </pc:spChg>
        <pc:picChg chg="add mod">
          <ac:chgData name="Cory Lorenz" userId="bd9cdfa9-16c2-4dee-84f6-fc725ade58ab" providerId="ADAL" clId="{BCFFCA75-F675-49E5-BF75-F2D2148C4C70}" dt="2021-10-20T16:40:42.373" v="469" actId="1076"/>
          <ac:picMkLst>
            <pc:docMk/>
            <pc:sldMk cId="76175250" sldId="260"/>
            <ac:picMk id="5" creationId="{80621815-0D10-49FB-8F4A-F8E28426F833}"/>
          </ac:picMkLst>
        </pc:picChg>
      </pc:sldChg>
      <pc:sldChg chg="addSp modSp new mod">
        <pc:chgData name="Cory Lorenz" userId="bd9cdfa9-16c2-4dee-84f6-fc725ade58ab" providerId="ADAL" clId="{BCFFCA75-F675-49E5-BF75-F2D2148C4C70}" dt="2021-10-20T16:44:50.013" v="633" actId="1076"/>
        <pc:sldMkLst>
          <pc:docMk/>
          <pc:sldMk cId="3314352591" sldId="261"/>
        </pc:sldMkLst>
        <pc:spChg chg="mod">
          <ac:chgData name="Cory Lorenz" userId="bd9cdfa9-16c2-4dee-84f6-fc725ade58ab" providerId="ADAL" clId="{BCFFCA75-F675-49E5-BF75-F2D2148C4C70}" dt="2021-10-20T16:31:43.727" v="27" actId="20577"/>
          <ac:spMkLst>
            <pc:docMk/>
            <pc:sldMk cId="3314352591" sldId="261"/>
            <ac:spMk id="2" creationId="{F9AFA29B-109C-4112-A094-BDDD486E9E7D}"/>
          </ac:spMkLst>
        </pc:spChg>
        <pc:spChg chg="mod">
          <ac:chgData name="Cory Lorenz" userId="bd9cdfa9-16c2-4dee-84f6-fc725ade58ab" providerId="ADAL" clId="{BCFFCA75-F675-49E5-BF75-F2D2148C4C70}" dt="2021-10-20T16:44:37.520" v="628" actId="20577"/>
          <ac:spMkLst>
            <pc:docMk/>
            <pc:sldMk cId="3314352591" sldId="261"/>
            <ac:spMk id="3" creationId="{AF4B2A75-BA58-495D-ABE9-8B882C61493A}"/>
          </ac:spMkLst>
        </pc:spChg>
        <pc:picChg chg="add mod">
          <ac:chgData name="Cory Lorenz" userId="bd9cdfa9-16c2-4dee-84f6-fc725ade58ab" providerId="ADAL" clId="{BCFFCA75-F675-49E5-BF75-F2D2148C4C70}" dt="2021-10-20T16:44:50.013" v="633" actId="1076"/>
          <ac:picMkLst>
            <pc:docMk/>
            <pc:sldMk cId="3314352591" sldId="261"/>
            <ac:picMk id="5" creationId="{063E8E71-189D-48EE-90F1-29DEA377C6A6}"/>
          </ac:picMkLst>
        </pc:picChg>
      </pc:sldChg>
      <pc:sldChg chg="addSp delSp modSp new mod">
        <pc:chgData name="Cory Lorenz" userId="bd9cdfa9-16c2-4dee-84f6-fc725ade58ab" providerId="ADAL" clId="{BCFFCA75-F675-49E5-BF75-F2D2148C4C70}" dt="2021-10-20T16:40:52.032" v="476" actId="20577"/>
        <pc:sldMkLst>
          <pc:docMk/>
          <pc:sldMk cId="869104758" sldId="262"/>
        </pc:sldMkLst>
        <pc:spChg chg="mod">
          <ac:chgData name="Cory Lorenz" userId="bd9cdfa9-16c2-4dee-84f6-fc725ade58ab" providerId="ADAL" clId="{BCFFCA75-F675-49E5-BF75-F2D2148C4C70}" dt="2021-10-20T16:40:46.353" v="470" actId="6549"/>
          <ac:spMkLst>
            <pc:docMk/>
            <pc:sldMk cId="869104758" sldId="262"/>
            <ac:spMk id="2" creationId="{8160974F-3833-460B-81D0-68DCF6541C5E}"/>
          </ac:spMkLst>
        </pc:spChg>
        <pc:spChg chg="add del mod">
          <ac:chgData name="Cory Lorenz" userId="bd9cdfa9-16c2-4dee-84f6-fc725ade58ab" providerId="ADAL" clId="{BCFFCA75-F675-49E5-BF75-F2D2148C4C70}" dt="2021-10-20T16:40:52.032" v="476" actId="20577"/>
          <ac:spMkLst>
            <pc:docMk/>
            <pc:sldMk cId="869104758" sldId="262"/>
            <ac:spMk id="3" creationId="{1276BEFA-39A9-4E25-8C03-D95EDB88094D}"/>
          </ac:spMkLst>
        </pc:spChg>
        <pc:picChg chg="add del mod ord">
          <ac:chgData name="Cory Lorenz" userId="bd9cdfa9-16c2-4dee-84f6-fc725ade58ab" providerId="ADAL" clId="{BCFFCA75-F675-49E5-BF75-F2D2148C4C70}" dt="2021-10-20T16:35:12.460" v="93" actId="22"/>
          <ac:picMkLst>
            <pc:docMk/>
            <pc:sldMk cId="869104758" sldId="262"/>
            <ac:picMk id="5" creationId="{FA1F9B9B-0EE8-4E68-88AA-F1F7D27CB046}"/>
          </ac:picMkLst>
        </pc:picChg>
        <pc:picChg chg="add mod">
          <ac:chgData name="Cory Lorenz" userId="bd9cdfa9-16c2-4dee-84f6-fc725ade58ab" providerId="ADAL" clId="{BCFFCA75-F675-49E5-BF75-F2D2148C4C70}" dt="2021-10-20T16:35:18.191" v="97" actId="1076"/>
          <ac:picMkLst>
            <pc:docMk/>
            <pc:sldMk cId="869104758" sldId="262"/>
            <ac:picMk id="7" creationId="{5035E9F1-7AF5-43F3-B830-D5285EC95C7C}"/>
          </ac:picMkLst>
        </pc:picChg>
        <pc:picChg chg="add mod">
          <ac:chgData name="Cory Lorenz" userId="bd9cdfa9-16c2-4dee-84f6-fc725ade58ab" providerId="ADAL" clId="{BCFFCA75-F675-49E5-BF75-F2D2148C4C70}" dt="2021-10-20T16:36:23.542" v="102" actId="1076"/>
          <ac:picMkLst>
            <pc:docMk/>
            <pc:sldMk cId="869104758" sldId="262"/>
            <ac:picMk id="9" creationId="{C9D405D4-2B99-476F-A0CC-2F8766F874FB}"/>
          </ac:picMkLst>
        </pc:picChg>
      </pc:sldChg>
      <pc:sldChg chg="addSp delSp modSp new mod">
        <pc:chgData name="Cory Lorenz" userId="bd9cdfa9-16c2-4dee-84f6-fc725ade58ab" providerId="ADAL" clId="{BCFFCA75-F675-49E5-BF75-F2D2148C4C70}" dt="2021-10-20T16:51:48.669" v="946" actId="14100"/>
        <pc:sldMkLst>
          <pc:docMk/>
          <pc:sldMk cId="2652839485" sldId="263"/>
        </pc:sldMkLst>
        <pc:spChg chg="mod">
          <ac:chgData name="Cory Lorenz" userId="bd9cdfa9-16c2-4dee-84f6-fc725ade58ab" providerId="ADAL" clId="{BCFFCA75-F675-49E5-BF75-F2D2148C4C70}" dt="2021-10-20T16:45:25.735" v="652" actId="20577"/>
          <ac:spMkLst>
            <pc:docMk/>
            <pc:sldMk cId="2652839485" sldId="263"/>
            <ac:spMk id="2" creationId="{2BD8FECD-3E9F-46AB-9137-608511350DD4}"/>
          </ac:spMkLst>
        </pc:spChg>
        <pc:spChg chg="mod">
          <ac:chgData name="Cory Lorenz" userId="bd9cdfa9-16c2-4dee-84f6-fc725ade58ab" providerId="ADAL" clId="{BCFFCA75-F675-49E5-BF75-F2D2148C4C70}" dt="2021-10-20T16:51:42.112" v="943" actId="20577"/>
          <ac:spMkLst>
            <pc:docMk/>
            <pc:sldMk cId="2652839485" sldId="263"/>
            <ac:spMk id="3" creationId="{7B66553B-C2CB-4FDB-BDC5-07E5FFC20810}"/>
          </ac:spMkLst>
        </pc:spChg>
        <pc:picChg chg="add del mod">
          <ac:chgData name="Cory Lorenz" userId="bd9cdfa9-16c2-4dee-84f6-fc725ade58ab" providerId="ADAL" clId="{BCFFCA75-F675-49E5-BF75-F2D2148C4C70}" dt="2021-10-20T16:50:50.176" v="890" actId="478"/>
          <ac:picMkLst>
            <pc:docMk/>
            <pc:sldMk cId="2652839485" sldId="263"/>
            <ac:picMk id="5" creationId="{BA6B3539-B0E1-48BF-8248-50D23BD96AE8}"/>
          </ac:picMkLst>
        </pc:picChg>
        <pc:picChg chg="add mod">
          <ac:chgData name="Cory Lorenz" userId="bd9cdfa9-16c2-4dee-84f6-fc725ade58ab" providerId="ADAL" clId="{BCFFCA75-F675-49E5-BF75-F2D2148C4C70}" dt="2021-10-20T16:50:54.157" v="893" actId="1076"/>
          <ac:picMkLst>
            <pc:docMk/>
            <pc:sldMk cId="2652839485" sldId="263"/>
            <ac:picMk id="7" creationId="{7FAB52CA-9BF8-48A3-BD0F-82BD41C0377F}"/>
          </ac:picMkLst>
        </pc:picChg>
        <pc:picChg chg="add mod">
          <ac:chgData name="Cory Lorenz" userId="bd9cdfa9-16c2-4dee-84f6-fc725ade58ab" providerId="ADAL" clId="{BCFFCA75-F675-49E5-BF75-F2D2148C4C70}" dt="2021-10-20T16:51:48.669" v="946" actId="14100"/>
          <ac:picMkLst>
            <pc:docMk/>
            <pc:sldMk cId="2652839485" sldId="263"/>
            <ac:picMk id="9" creationId="{D6777F54-8580-4D71-80BE-B97A19647A86}"/>
          </ac:picMkLst>
        </pc:picChg>
      </pc:sldChg>
      <pc:sldChg chg="addSp delSp modSp new mod">
        <pc:chgData name="Cory Lorenz" userId="bd9cdfa9-16c2-4dee-84f6-fc725ade58ab" providerId="ADAL" clId="{BCFFCA75-F675-49E5-BF75-F2D2148C4C70}" dt="2021-10-20T16:56:37.192" v="1146" actId="1076"/>
        <pc:sldMkLst>
          <pc:docMk/>
          <pc:sldMk cId="4130254525" sldId="264"/>
        </pc:sldMkLst>
        <pc:spChg chg="mod">
          <ac:chgData name="Cory Lorenz" userId="bd9cdfa9-16c2-4dee-84f6-fc725ade58ab" providerId="ADAL" clId="{BCFFCA75-F675-49E5-BF75-F2D2148C4C70}" dt="2021-10-20T16:53:55.728" v="1051" actId="20577"/>
          <ac:spMkLst>
            <pc:docMk/>
            <pc:sldMk cId="4130254525" sldId="264"/>
            <ac:spMk id="2" creationId="{7950F7D1-F5C1-4F39-8003-DE0ABE57B356}"/>
          </ac:spMkLst>
        </pc:spChg>
        <pc:spChg chg="mod">
          <ac:chgData name="Cory Lorenz" userId="bd9cdfa9-16c2-4dee-84f6-fc725ade58ab" providerId="ADAL" clId="{BCFFCA75-F675-49E5-BF75-F2D2148C4C70}" dt="2021-10-20T16:56:21" v="1140" actId="20577"/>
          <ac:spMkLst>
            <pc:docMk/>
            <pc:sldMk cId="4130254525" sldId="264"/>
            <ac:spMk id="3" creationId="{9B32BB64-5BE7-400E-B9A5-C27C23F36899}"/>
          </ac:spMkLst>
        </pc:spChg>
        <pc:picChg chg="add del mod">
          <ac:chgData name="Cory Lorenz" userId="bd9cdfa9-16c2-4dee-84f6-fc725ade58ab" providerId="ADAL" clId="{BCFFCA75-F675-49E5-BF75-F2D2148C4C70}" dt="2021-10-20T16:54:27.416" v="1053" actId="478"/>
          <ac:picMkLst>
            <pc:docMk/>
            <pc:sldMk cId="4130254525" sldId="264"/>
            <ac:picMk id="5" creationId="{95DC18F8-B817-4AF7-9A87-95BF4EE66C6A}"/>
          </ac:picMkLst>
        </pc:picChg>
        <pc:picChg chg="add mod">
          <ac:chgData name="Cory Lorenz" userId="bd9cdfa9-16c2-4dee-84f6-fc725ade58ab" providerId="ADAL" clId="{BCFFCA75-F675-49E5-BF75-F2D2148C4C70}" dt="2021-10-20T16:54:36.420" v="1058" actId="1076"/>
          <ac:picMkLst>
            <pc:docMk/>
            <pc:sldMk cId="4130254525" sldId="264"/>
            <ac:picMk id="7" creationId="{8667CABB-2531-4A33-9775-C62205DB4CE6}"/>
          </ac:picMkLst>
        </pc:picChg>
        <pc:picChg chg="add del mod">
          <ac:chgData name="Cory Lorenz" userId="bd9cdfa9-16c2-4dee-84f6-fc725ade58ab" providerId="ADAL" clId="{BCFFCA75-F675-49E5-BF75-F2D2148C4C70}" dt="2021-10-20T16:56:22.608" v="1141" actId="478"/>
          <ac:picMkLst>
            <pc:docMk/>
            <pc:sldMk cId="4130254525" sldId="264"/>
            <ac:picMk id="9" creationId="{84EDDCF0-9139-4680-9AC2-339354087972}"/>
          </ac:picMkLst>
        </pc:picChg>
        <pc:picChg chg="add mod">
          <ac:chgData name="Cory Lorenz" userId="bd9cdfa9-16c2-4dee-84f6-fc725ade58ab" providerId="ADAL" clId="{BCFFCA75-F675-49E5-BF75-F2D2148C4C70}" dt="2021-10-20T16:56:37.192" v="1146" actId="1076"/>
          <ac:picMkLst>
            <pc:docMk/>
            <pc:sldMk cId="4130254525" sldId="264"/>
            <ac:picMk id="11" creationId="{968D16FA-F925-471D-A973-F0B9B4CAC25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291DD-B2E7-4002-9234-FF6F1D0E2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7DBAE-21A2-4423-A4B9-823B2E17C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C8C73-0F24-4C86-A76E-31F243D5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0EC85-736A-4FF3-9F5F-0B7C51E7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F372D-C008-4F37-91F3-3BBFA96C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4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D40B-855F-43B5-A1FC-015E397B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AC5F4-BC3B-4FB3-AF02-C6A0AB0C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AC6D9-1871-44E3-B120-71211931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2EE8F-43D1-4999-810F-193AFED8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9231D-F4DC-49E4-9474-6002D5C3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29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D17A3-5E71-48AD-9F64-9F42929F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C0C3B-5B25-4448-9639-309D1768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76C36-29F7-4890-A4E8-959B2D329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18383-6238-4FB5-85C9-BF67A4F5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D5680-D9EE-42FF-A707-BBC93829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2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7086-86E2-4D1A-9E13-1E2B3203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77924-C717-45EB-B307-0E19FC7CD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01762-1CAF-44B1-91AF-7895E0DA3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7BDB70-2151-4E9D-A305-FDE5B0D51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49B76-3204-4550-A078-E0AEFFC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88F37-971E-4871-980B-5D40FC3F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2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2939A-6E41-4B1D-8CCC-EDE27164B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2D489-C240-4286-9279-D91AD222B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1FCAA-C309-4041-B918-A4BA18ABE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CA653-F584-41F5-A205-F206AE4AC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B673B0-ED08-4535-A2E7-3E65BDCFD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02C70F-A795-4329-97EB-D602C4E2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AA7AA1-1A3A-42A7-8313-5777972B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EDCAF-6A3F-4FE2-AAB2-0F8824CA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4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00A8-72CA-442F-B002-9DCEA8EA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A530E-7756-4B3E-99A0-5A76A58B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2F50F-869A-4B9E-9F9C-1F7B97C2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1F96C-79E1-4BAB-B074-4A366CA79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78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E07DB-7360-446D-B03F-39972000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CF1083-EB7F-4081-AA7C-69D8652D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75381-0E01-47FE-B14F-3EE20F21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52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8714B-0EBF-441A-AB10-5C1419395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790E-1981-4957-BE28-BA958589F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9D894-1BAC-4303-8FDC-1C218588D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9832F-5A59-4000-AC71-73AE12164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2C728-389B-42D3-B97C-BF1D49CE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F354A-D33D-4F10-AA1F-57058947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EBA3-E39D-458A-8FC2-6B2E74E1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66CF43-0B99-436B-A49F-7B63C79B6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99EAD-0406-49FA-A1F3-7595F5FE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EF767-6C1D-4012-9EB5-BE187A49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628FD-AEE0-48EE-87FC-37023EAD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5A64C-74BB-40F9-97C2-FB3FF0A1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1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9CEC3-DC5B-494C-9DC8-DB9C4DDAA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F0827-EC53-4A41-9CE0-B0EC23843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8993B-F019-40D2-9057-93068DDA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E508-5DAC-472D-96FF-F0C13EDAC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3E75C-1BAD-4AA2-805C-57D79787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9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4F76D-159E-4AC0-8AC6-25812718C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9B479-1F1A-47B3-8539-44B1E628B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69DC4-0E86-4A71-988D-9FB091FAD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A983D-F916-4F86-83AD-6375D8277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374CC-DFC6-45EF-A5C0-36B932F6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33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160F1C-80AE-43C5-9959-D4B5B6554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1D694-1255-403E-925D-9CD42A665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20FC-5954-4A35-8C39-BA0D84928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42EE8-526A-4AF9-9CCE-857E4CDE46AA}" type="datetimeFigureOut">
              <a:rPr lang="en-US" smtClean="0"/>
              <a:t>10/20/2021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D8828-3AC9-4BE5-8381-A755BAFB0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28518-BE41-40B8-B890-529618017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146DE-8C09-48DD-87E1-F39A5280F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4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Azure/BeyondCoal/blob/main/Scripts/example.env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customvision.ai/project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2016-5435-41CA-92A2-2F96EA0283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TerraPraxis</a:t>
            </a:r>
            <a:r>
              <a:rPr lang="en-US" dirty="0"/>
              <a:t>: Configuring Backend Azure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5B2CC-BD62-4F36-A391-2A99B4B2E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Cory Lorenz</a:t>
            </a:r>
          </a:p>
          <a:p>
            <a:r>
              <a:rPr lang="en-US" dirty="0"/>
              <a:t>20 Oct 2021</a:t>
            </a:r>
          </a:p>
        </p:txBody>
      </p:sp>
    </p:spTree>
    <p:extLst>
      <p:ext uri="{BB962C8B-B14F-4D97-AF65-F5344CB8AC3E}">
        <p14:creationId xmlns:p14="http://schemas.microsoft.com/office/powerpoint/2010/main" val="268692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3CB2-32D3-4B44-A34C-03DEC130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2AA4C-C2DE-4728-8B28-2D3385A3D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63" y="1607127"/>
            <a:ext cx="3142673" cy="4885748"/>
          </a:xfrm>
        </p:spPr>
        <p:txBody>
          <a:bodyPr>
            <a:normAutofit/>
          </a:bodyPr>
          <a:lstStyle/>
          <a:p>
            <a:r>
              <a:rPr lang="en-US" dirty="0"/>
              <a:t>go to portal.azure.com</a:t>
            </a:r>
          </a:p>
          <a:p>
            <a:r>
              <a:rPr lang="en-US" dirty="0"/>
              <a:t>Create a resource group if you don’t have one. </a:t>
            </a:r>
          </a:p>
          <a:p>
            <a:r>
              <a:rPr lang="en-US" dirty="0"/>
              <a:t>Backend scripts require the 5 services in green</a:t>
            </a:r>
          </a:p>
          <a:p>
            <a:r>
              <a:rPr lang="en-US" dirty="0"/>
              <a:t>Create them if needed (pink circle)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AC7AD7-F00C-4F5F-B2CF-F2789E52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72" y="1765052"/>
            <a:ext cx="8312727" cy="447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98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ED78-6C12-4388-932F-A3850AF3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 in .env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CBF1-6AC9-4A1C-8FE2-878A33E2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3880"/>
            <a:ext cx="10515600" cy="4351338"/>
          </a:xfrm>
        </p:spPr>
        <p:txBody>
          <a:bodyPr/>
          <a:lstStyle/>
          <a:p>
            <a:r>
              <a:rPr lang="en-US" dirty="0"/>
              <a:t>Copy repository file </a:t>
            </a:r>
            <a:r>
              <a:rPr lang="en-US" dirty="0" err="1">
                <a:hlinkClick r:id="rId2"/>
              </a:rPr>
              <a:t>example.env</a:t>
            </a:r>
            <a:r>
              <a:rPr lang="en-US" dirty="0"/>
              <a:t> to .env and fill in the variables</a:t>
            </a:r>
          </a:p>
          <a:p>
            <a:pPr lvl="1"/>
            <a:r>
              <a:rPr lang="en-US" dirty="0"/>
              <a:t>More information is found in the README.md of the repo.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0630D-1192-42E9-843F-6312A4567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145" y="2494113"/>
            <a:ext cx="7870558" cy="41976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0260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08135-1D04-4B08-8E10-C53B6272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Maps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4FF6-6388-4288-A175-4B47C308B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38236" cy="4351338"/>
          </a:xfrm>
        </p:spPr>
        <p:txBody>
          <a:bodyPr/>
          <a:lstStyle/>
          <a:p>
            <a:r>
              <a:rPr lang="en-US" dirty="0"/>
              <a:t>Click on the resource</a:t>
            </a:r>
          </a:p>
          <a:p>
            <a:r>
              <a:rPr lang="en-US" dirty="0"/>
              <a:t>Click on view authentication</a:t>
            </a:r>
          </a:p>
          <a:p>
            <a:r>
              <a:rPr lang="en-US" dirty="0"/>
              <a:t>Copy ClientID and </a:t>
            </a:r>
            <a:r>
              <a:rPr lang="en-US" dirty="0" err="1"/>
              <a:t>PrimaryKey</a:t>
            </a:r>
            <a:r>
              <a:rPr lang="en-US" dirty="0"/>
              <a:t> to .env file. (red blobs)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0B0F0-E041-4228-BB51-5A160EE7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1" y="96027"/>
            <a:ext cx="5848927" cy="3459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9D84D2-F76E-4E24-B7CA-8930054A0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364" y="3824321"/>
            <a:ext cx="7712364" cy="2744414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2F3E4664-D7F2-4BEC-AEAA-4DCD5E350614}"/>
              </a:ext>
            </a:extLst>
          </p:cNvPr>
          <p:cNvSpPr/>
          <p:nvPr/>
        </p:nvSpPr>
        <p:spPr>
          <a:xfrm>
            <a:off x="7594600" y="3574473"/>
            <a:ext cx="517237" cy="2498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39E2-CAB1-4891-90B7-77D76FD7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325DD-2302-4269-9E03-EADE08D09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49073" cy="4351338"/>
          </a:xfrm>
        </p:spPr>
        <p:txBody>
          <a:bodyPr/>
          <a:lstStyle/>
          <a:p>
            <a:r>
              <a:rPr lang="en-US" dirty="0"/>
              <a:t>Don’t forget the password from when you set up the DB! </a:t>
            </a:r>
          </a:p>
          <a:p>
            <a:r>
              <a:rPr lang="en-US" dirty="0"/>
              <a:t>You’ll need to insert the password in the connection string. </a:t>
            </a:r>
          </a:p>
          <a:p>
            <a:r>
              <a:rPr lang="en-US" dirty="0"/>
              <a:t>You can obtain connection strings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21815-0D10-49FB-8F4A-F8E28426F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512" y="2035394"/>
            <a:ext cx="6343295" cy="293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974F-3833-460B-81D0-68DCF654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6BEFA-39A9-4E25-8C03-D95EDB88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18945" cy="4351338"/>
          </a:xfrm>
        </p:spPr>
        <p:txBody>
          <a:bodyPr/>
          <a:lstStyle/>
          <a:p>
            <a:r>
              <a:rPr lang="en-US" dirty="0"/>
              <a:t>Click on set server firewall</a:t>
            </a:r>
          </a:p>
          <a:p>
            <a:r>
              <a:rPr lang="en-US" dirty="0"/>
              <a:t>Click the “Add client IP” button to have your current IP added to the white list</a:t>
            </a:r>
          </a:p>
          <a:p>
            <a:r>
              <a:rPr lang="en-US" b="1" dirty="0"/>
              <a:t>Make sure you save!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5E9F1-7AF5-43F3-B830-D5285EC95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275" y="1505290"/>
            <a:ext cx="7811814" cy="17241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D405D4-2B99-476F-A0CC-2F8766F87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703" y="3358055"/>
            <a:ext cx="5368308" cy="333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0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A29B-109C-4112-A094-BDDD486E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B2A75-BA58-495D-ABE9-8B882C614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42138" cy="4351338"/>
          </a:xfrm>
        </p:spPr>
        <p:txBody>
          <a:bodyPr/>
          <a:lstStyle/>
          <a:p>
            <a:r>
              <a:rPr lang="en-US" dirty="0"/>
              <a:t>Generate a Shared Access Signature</a:t>
            </a:r>
          </a:p>
          <a:p>
            <a:r>
              <a:rPr lang="en-US" dirty="0"/>
              <a:t>Make sure to give a long life to the signature. </a:t>
            </a:r>
          </a:p>
          <a:p>
            <a:r>
              <a:rPr lang="en-US" dirty="0"/>
              <a:t>Alternately, you can probably use the access keys tab above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E8E71-189D-48EE-90F1-29DEA377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338" y="766620"/>
            <a:ext cx="7741459" cy="514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5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FECD-3E9F-46AB-9137-60851135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6553B-C2CB-4FDB-BDC5-07E5FFC2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02724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sure to setup a Custom Vision resource (it might be easier if we copy the already trained project)</a:t>
            </a:r>
          </a:p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https://www.customvision.ai/projects/</a:t>
            </a:r>
            <a:r>
              <a:rPr lang="en-US" dirty="0"/>
              <a:t> and click on the project</a:t>
            </a:r>
          </a:p>
          <a:p>
            <a:r>
              <a:rPr lang="en-US" dirty="0"/>
              <a:t>Then click on the project settings (orange)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B52CA-9BF8-48A3-BD0F-82BD41C03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626" y="827688"/>
            <a:ext cx="6718430" cy="3318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77F54-8580-4D71-80BE-B97A1964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10" y="4368800"/>
            <a:ext cx="6537027" cy="24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3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0F7D1-F5C1-4F39-8003-DE0ABE57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Services 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2BB64-5BE7-400E-B9A5-C27C23F36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58359" cy="4351338"/>
          </a:xfrm>
        </p:spPr>
        <p:txBody>
          <a:bodyPr/>
          <a:lstStyle/>
          <a:p>
            <a:r>
              <a:rPr lang="en-US" dirty="0"/>
              <a:t>Copy the information from the project settings page</a:t>
            </a:r>
          </a:p>
          <a:p>
            <a:r>
              <a:rPr lang="en-US" dirty="0"/>
              <a:t>Then click on Performance tab to get the Published Iteration Name to use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67CABB-2531-4A33-9775-C62205DB4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014" y="170062"/>
            <a:ext cx="5955056" cy="3487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8D16FA-F925-471D-A973-F0B9B4CA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630" y="3712781"/>
            <a:ext cx="5598170" cy="307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54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264</Words>
  <Application>Microsoft Office PowerPoint</Application>
  <PresentationFormat>Widescreen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TerraPraxis: Configuring Backend Azure Services</vt:lpstr>
      <vt:lpstr>Configure Services</vt:lpstr>
      <vt:lpstr>Fill in .env file</vt:lpstr>
      <vt:lpstr>Azure Maps</vt:lpstr>
      <vt:lpstr>SQL Database</vt:lpstr>
      <vt:lpstr>SQL Firewall</vt:lpstr>
      <vt:lpstr>Blob Storage</vt:lpstr>
      <vt:lpstr>Cognitive Services</vt:lpstr>
      <vt:lpstr>Cognitive Services 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TerraPraxis: Configuring Backend Azure Services</dc:title>
  <dc:creator>Cory Lorenz</dc:creator>
  <cp:lastModifiedBy>Cory Lorenz</cp:lastModifiedBy>
  <cp:revision>1</cp:revision>
  <dcterms:created xsi:type="dcterms:W3CDTF">2021-10-20T16:10:21Z</dcterms:created>
  <dcterms:modified xsi:type="dcterms:W3CDTF">2021-10-20T16:56:43Z</dcterms:modified>
</cp:coreProperties>
</file>